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/>
        </p:spPr>
      </p:sp>
      <p:pic>
        <p:nvPicPr>
          <p:cNvPr id="3" name="Image 0" descr="/Users/yu/Projects/active/pockassist/public/party/cat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618353"/>
            <a:ext cx="1325880" cy="958854"/>
          </a:xfrm>
          <a:prstGeom prst="rect">
            <a:avLst/>
          </a:prstGeom>
        </p:spPr>
      </p:pic>
      <p:pic>
        <p:nvPicPr>
          <p:cNvPr id="4" name="Image 1" descr="/Users/yu/Projects/active/pockassist/public/party/bunny/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060" y="4160520"/>
            <a:ext cx="1256079" cy="1508760"/>
          </a:xfrm>
          <a:prstGeom prst="rect">
            <a:avLst/>
          </a:prstGeom>
        </p:spPr>
      </p:pic>
      <p:pic>
        <p:nvPicPr>
          <p:cNvPr id="5" name="Image 2" descr="/Users/yu/Projects/active/pockassist/public/party/dog/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242544"/>
            <a:ext cx="1417320" cy="8875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「貼れる」AIエージェント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640080" y="22860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デスクにぺたっと Petassist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640080" y="3429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大人も子どもも。安心して使えるAIエージェント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Petassist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0424160" y="65105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AIエージェントを使ってみたい。学ばせてみたい。でも…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639312" cy="443484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pic>
        <p:nvPicPr>
          <p:cNvPr id="6" name="Image 0" descr="/Users/yu/Projects/active/pockassist/public/party/cat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1901889"/>
            <a:ext cx="1188720" cy="8596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310896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大事な情報が消されないか心配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443484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権限をすべて渡すか、まったく渡さないか。両極端になりがち…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639312" cy="443484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pic>
        <p:nvPicPr>
          <p:cNvPr id="10" name="Image 1" descr="/Users/yu/Projects/active/pockassist/public/party/bunny/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517" y="1737360"/>
            <a:ext cx="989638" cy="1188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3712" y="310896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意図が伝わらず、時間を取られる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53712" y="443484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頼んでいない場所まで触ってしまい、やり直しに時間がかかる…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92440" y="1554480"/>
            <a:ext cx="3639312" cy="443484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pic>
        <p:nvPicPr>
          <p:cNvPr id="14" name="Image 2" descr="/Users/yu/Projects/active/pockassist/public/party/dog/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1959537"/>
            <a:ext cx="1188720" cy="7443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48472" y="3108960"/>
            <a:ext cx="3127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触ってほしくないファイルがある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348472" y="443484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社外秘や大切な個人情報にはアクセスしてほしくない…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Petassist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0424160" y="65105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かわいいだけじゃない、使えるデスクペット。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権限は、必要な分だけ渡す。ぺたしすとは、PCの安全を守るアシスタントです。</a:t>
            </a:r>
            <a:endParaRPr lang="en-US" sz="1600" dirty="0"/>
          </a:p>
        </p:txBody>
      </p:sp>
      <p:pic>
        <p:nvPicPr>
          <p:cNvPr id="6" name="Image 0" descr="/Users/yu/Projects/active/pockassist/public/party/cat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405297"/>
            <a:ext cx="1234440" cy="892727"/>
          </a:xfrm>
          <a:prstGeom prst="rect">
            <a:avLst/>
          </a:prstGeom>
        </p:spPr>
      </p:pic>
      <p:pic>
        <p:nvPicPr>
          <p:cNvPr id="7" name="Image 1" descr="/Users/yu/Projects/active/pockassist/public/party/bunny/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415" y="1097280"/>
            <a:ext cx="1141890" cy="137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2194560"/>
            <a:ext cx="111556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234086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範囲を決める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7614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使うツールや開けるアプリ・フォルダなど、権限を渡す範囲を絞れます。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3520440"/>
            <a:ext cx="111556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36667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77240" y="4087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メールや投稿は、ユーザーの承認を待って停止します。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4846320"/>
            <a:ext cx="111556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7240" y="49926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スマホ・PCに対応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54132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シームレスにスマホにも移動して、作業を継続。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Petassist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424160" y="65105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How to 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こんな使い方ができます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アシスタントごとに、権限も、使うモデルも変えられます。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639312" cy="411480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pic>
        <p:nvPicPr>
          <p:cNvPr id="7" name="Image 0" descr="/Users/yu/Projects/active/pockassist/public/party/cat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2257777"/>
            <a:ext cx="1645920" cy="11903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379476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 / ねこ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" y="4069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調べるだけ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8952" y="4526280"/>
            <a:ext cx="3127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検索や調べ物担当。フォルダやPCの中は見ても、中身は変えない。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874520"/>
            <a:ext cx="3639312" cy="411480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pic>
        <p:nvPicPr>
          <p:cNvPr id="12" name="Image 1" descr="/Users/yu/Projects/active/pockassist/public/party/bunny/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202" y="2029968"/>
            <a:ext cx="1370268" cy="1645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379476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 / うさぎ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53712" y="4069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下書きだけ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53712" y="4526280"/>
            <a:ext cx="3127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返信や告知の文を作って、送る直前まで待つ。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92440" y="1874520"/>
            <a:ext cx="3639312" cy="411480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pic>
        <p:nvPicPr>
          <p:cNvPr id="17" name="Image 2" descr="/Users/yu/Projects/active/pockassist/public/party/dog/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2337598"/>
            <a:ext cx="1645920" cy="103065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8472" y="379476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 / いぬ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348472" y="4069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ツールをつくる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48472" y="4526280"/>
            <a:ext cx="3127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渡したフォルダの中で、アプリやサイトをつくる。頼んでいない場所には入らない。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Petassist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0424160" y="65105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デスクの裏側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貼る窓、デスク、範囲つきの土台、モデル。層に分かれている。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11338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29844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Electron · macOS　ポケットと、モニターに貼る窓</a:t>
            </a:r>
            <a:endParaRPr lang="en-US" sz="1300" dirty="0"/>
          </a:p>
        </p:txBody>
      </p:sp>
      <p:pic>
        <p:nvPicPr>
          <p:cNvPr id="9" name="Image 0" descr="/Users/yu/Projects/active/pockassist/docs/logos/elect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2494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Electron</a:t>
            </a:r>
            <a:endParaRPr lang="en-US" sz="900" dirty="0"/>
          </a:p>
        </p:txBody>
      </p:sp>
      <p:pic>
        <p:nvPicPr>
          <p:cNvPr id="11" name="Image 1" descr="/Users/yu/Projects/active/pockassist/docs/logos/ap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64592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2494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760720" y="25786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" y="2816352"/>
            <a:ext cx="11338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9436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デスク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468880" y="2907792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仕事を置く場所。このパソコンの中で動く</a:t>
            </a:r>
            <a:endParaRPr lang="en-US" sz="1300" dirty="0"/>
          </a:p>
        </p:txBody>
      </p:sp>
      <p:pic>
        <p:nvPicPr>
          <p:cNvPr id="17" name="Image 2" descr="/Users/yu/Projects/active/pockassist/docs/logos/nextdotj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55264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Next.js</a:t>
            </a:r>
            <a:endParaRPr lang="en-US" sz="900" dirty="0"/>
          </a:p>
        </p:txBody>
      </p:sp>
      <p:pic>
        <p:nvPicPr>
          <p:cNvPr id="19" name="Image 3" descr="/Users/yu/Projects/active/pockassist/docs/logos/rea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3255264"/>
            <a:ext cx="566928" cy="5669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React</a:t>
            </a:r>
            <a:endParaRPr lang="en-US" sz="900" dirty="0"/>
          </a:p>
        </p:txBody>
      </p:sp>
      <p:pic>
        <p:nvPicPr>
          <p:cNvPr id="21" name="Image 4" descr="/Users/yu/Projects/active/pockassist/docs/logos/typescrip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255264"/>
            <a:ext cx="566928" cy="5669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926080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TypeScript</a:t>
            </a:r>
            <a:endParaRPr lang="en-US" sz="900" dirty="0"/>
          </a:p>
        </p:txBody>
      </p:sp>
      <p:pic>
        <p:nvPicPr>
          <p:cNvPr id="23" name="Image 5" descr="/Users/yu/Projects/active/pockassist/docs/logos/nodedotj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255264"/>
            <a:ext cx="566928" cy="56692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60520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Node.js</a:t>
            </a:r>
            <a:endParaRPr lang="en-US" sz="900" dirty="0"/>
          </a:p>
        </p:txBody>
      </p:sp>
      <p:pic>
        <p:nvPicPr>
          <p:cNvPr id="25" name="Image 6" descr="/Users/yu/Projects/active/pockassist/docs/logos/tailwindc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255264"/>
            <a:ext cx="566928" cy="56692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94960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Tailwind</a:t>
            </a:r>
            <a:endParaRPr lang="en-US" sz="900" dirty="0"/>
          </a:p>
        </p:txBody>
      </p:sp>
      <p:pic>
        <p:nvPicPr>
          <p:cNvPr id="27" name="Image 7" descr="/Users/yu/Projects/active/pockassist/docs/logos/radixu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255264"/>
            <a:ext cx="566928" cy="56692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629400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Radix UI</a:t>
            </a:r>
            <a:endParaRPr lang="en-US" sz="900" dirty="0"/>
          </a:p>
        </p:txBody>
      </p:sp>
      <p:pic>
        <p:nvPicPr>
          <p:cNvPr id="29" name="Image 8" descr="/Users/yu/Projects/active/pockassist/docs/logos/fram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3255264"/>
            <a:ext cx="566928" cy="56692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863840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Framer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5760720" y="4187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21"/>
          <p:cNvSpPr/>
          <p:nvPr/>
        </p:nvSpPr>
        <p:spPr>
          <a:xfrm>
            <a:off x="411480" y="4425696"/>
            <a:ext cx="55778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sp>
        <p:nvSpPr>
          <p:cNvPr id="33" name="Text 22"/>
          <p:cNvSpPr/>
          <p:nvPr/>
        </p:nvSpPr>
        <p:spPr>
          <a:xfrm>
            <a:off x="594360" y="45354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TrueForge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594360" y="47914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渡した範囲の中で仕事を回す。外に出す前に止まる。</a:t>
            </a:r>
            <a:endParaRPr lang="en-US" sz="1200" dirty="0"/>
          </a:p>
        </p:txBody>
      </p:sp>
      <p:pic>
        <p:nvPicPr>
          <p:cNvPr id="35" name="Image 9" descr="/Users/yu/Projects/active/pockassist/docs/logos/truefor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138928"/>
            <a:ext cx="640080" cy="6400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48640" y="5833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TrueForge</a:t>
            </a:r>
            <a:endParaRPr lang="en-US" sz="900" dirty="0"/>
          </a:p>
        </p:txBody>
      </p:sp>
      <p:pic>
        <p:nvPicPr>
          <p:cNvPr id="37" name="Image 10" descr="/Users/yu/Projects/active/pockassist/docs/logos/mc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1328" y="5138928"/>
            <a:ext cx="640080" cy="64008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389888" y="5833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</a:t>
            </a:r>
            <a:endParaRPr lang="en-US" sz="900" dirty="0"/>
          </a:p>
        </p:txBody>
      </p:sp>
      <p:pic>
        <p:nvPicPr>
          <p:cNvPr id="39" name="Image 11" descr="/Users/yu/Projects/active/pockassist/docs/logos/dayton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2576" y="5173472"/>
            <a:ext cx="1417320" cy="31496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2231136" y="5833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Daytona</a:t>
            </a:r>
            <a:endParaRPr lang="en-US" sz="900" dirty="0"/>
          </a:p>
        </p:txBody>
      </p:sp>
      <p:pic>
        <p:nvPicPr>
          <p:cNvPr id="41" name="Image 12" descr="/Users/yu/Projects/active/pockassist/docs/logos/sla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41064" y="5138928"/>
            <a:ext cx="640080" cy="64008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3849624" y="5833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</a:t>
            </a:r>
            <a:endParaRPr lang="en-US" sz="900" dirty="0"/>
          </a:p>
        </p:txBody>
      </p:sp>
      <p:sp>
        <p:nvSpPr>
          <p:cNvPr id="43" name="Shape 28"/>
          <p:cNvSpPr/>
          <p:nvPr/>
        </p:nvSpPr>
        <p:spPr>
          <a:xfrm>
            <a:off x="6172200" y="4425696"/>
            <a:ext cx="55778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16200000">
              <a:srgbClr val="302c55">
                <a:alpha val="8000"/>
              </a:srgbClr>
            </a:outerShdw>
          </a:effectLst>
        </p:spPr>
      </p:sp>
      <p:sp>
        <p:nvSpPr>
          <p:cNvPr id="44" name="Text 29"/>
          <p:cNvSpPr/>
          <p:nvPr/>
        </p:nvSpPr>
        <p:spPr>
          <a:xfrm>
            <a:off x="6355080" y="45354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6B8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</a:t>
            </a:r>
            <a:endParaRPr lang="en-US" sz="1100" dirty="0"/>
          </a:p>
        </p:txBody>
      </p:sp>
      <p:sp>
        <p:nvSpPr>
          <p:cNvPr id="45" name="Text 30"/>
          <p:cNvSpPr/>
          <p:nvPr/>
        </p:nvSpPr>
        <p:spPr>
          <a:xfrm>
            <a:off x="6355080" y="47914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2C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アシスタントごとに、使うAIを変える。</a:t>
            </a:r>
            <a:endParaRPr lang="en-US" sz="1200" dirty="0"/>
          </a:p>
        </p:txBody>
      </p:sp>
      <p:pic>
        <p:nvPicPr>
          <p:cNvPr id="46" name="Image 13" descr="/Users/yu/Projects/active/pockassist/docs/logos/openai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0" y="5138928"/>
            <a:ext cx="713232" cy="713232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446520" y="5907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</a:t>
            </a:r>
            <a:endParaRPr lang="en-US" sz="900" dirty="0"/>
          </a:p>
        </p:txBody>
      </p:sp>
      <p:pic>
        <p:nvPicPr>
          <p:cNvPr id="48" name="Image 14" descr="/Users/yu/Projects/active/pockassist/docs/logos/googlegemini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8160" y="5138928"/>
            <a:ext cx="713232" cy="713232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8001000" y="5907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50" name="Text 33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Petassist</a:t>
            </a:r>
            <a:endParaRPr lang="en-US" sz="1000" dirty="0"/>
          </a:p>
        </p:txBody>
      </p:sp>
      <p:sp>
        <p:nvSpPr>
          <p:cNvPr id="51" name="Text 34"/>
          <p:cNvSpPr/>
          <p:nvPr/>
        </p:nvSpPr>
        <p:spPr>
          <a:xfrm>
            <a:off x="10424160" y="65105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Petassist 概要</dc:title>
  <dc:subject>デスクにぺたっとPetassist</dc:subject>
  <dc:creator>Petassist</dc:creator>
  <cp:lastModifiedBy>Petassist</cp:lastModifiedBy>
  <cp:revision>1</cp:revision>
  <dcterms:created xsi:type="dcterms:W3CDTF">2026-09-10T08:01:45Z</dcterms:created>
  <dcterms:modified xsi:type="dcterms:W3CDTF">2026-09-10T08:01:45Z</dcterms:modified>
</cp:coreProperties>
</file>